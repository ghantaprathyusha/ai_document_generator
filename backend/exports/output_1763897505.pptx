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Generated Content</a:t>
            </a:r>
          </a:p>
        </p:txBody>
      </p:sp>
      <p:sp>
        <p:nvSpPr>
          <p:cNvPr id="3" name="Content Placeholder 2"/>
          <p:cNvSpPr>
            <a:spLocks noGrp="1"/>
          </p:cNvSpPr>
          <p:nvPr>
            <p:ph idx="1"/>
          </p:nvPr>
        </p:nvSpPr>
        <p:spPr/>
        <p:txBody>
          <a:bodyPr/>
          <a:lstStyle/>
          <a:p>
            <a:r>
              <a:t>## Today’s Technologies: A Comprehensive Overview</a:t>
            </a:r>
          </a:p>
          <a:p/>
          <a:p>
            <a:r>
              <a:t>### 1. Introduction</a:t>
            </a:r>
          </a:p>
          <a:p/>
          <a:p>
            <a:r>
              <a:t>The dawn of the 21st century has ushered in an era of unprecedented technological advancement, fundamentally reshaping societies, economies, and human interactions. "Today's Technologies" refers to the suite of cutting-edge innovations that are currently driving progress, solving complex problems, and creating entirely new possibilities across various domains. This document aims to provide a formal and structured overview of these pivotal technologies, exploring their core components, contemporary applications, inherent advantages, significant challenges, and prospective future trajectories. Understanding these innovations is crucial for navigating the rapidly evolving digital landscape and harnessing their potential for collective advancement.</a:t>
            </a:r>
          </a:p>
          <a:p/>
          <a:p>
            <a:r>
              <a:t>### 2. Key Modern Technologies</a:t>
            </a:r>
          </a:p>
          <a:p/>
          <a:p>
            <a:r>
              <a:t>The current technological landscape is defined by several interconnected and rapidly evolving fields. Each of these plays a critical role 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the ongoing digital transformation:</a:t>
            </a:r>
          </a:p>
          <a:p/>
          <a:p>
            <a:r>
              <a:t>*   **Artificial Intelligence (AI):** The simulation of human intelligence processes by machines, particularly computer systems. **AI encompasses machine learning, deep learning, natural language processing, and computer vision**, enabling systems to perceive, reason, learn, and problem-solve.</a:t>
            </a:r>
          </a:p>
          <a:p>
            <a:r>
              <a:t>*   **Machine Learning (ML):** A subset of AI that allows systems to **automatically learn and improve from experience without being explicitly programmed**. ML algorithms build models from sample data (training data) to make predictions or decisions.</a:t>
            </a:r>
          </a:p>
          <a:p>
            <a:r>
              <a:t>*   **Internet of Things (IoT):** A network of physical objects embedded with sensors, software, and other technologies for the purpose of connecting and exchanging data with other devices and systems over the internet. **IoT extends internet connectivity beyond standard devices** like computers and smartphones to a wide range of everyday objects.</a:t>
            </a:r>
          </a:p>
          <a:p>
            <a:r>
              <a:t>*   **Cloud Computing:** The on-demand delivery of computing serv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ices—including servers, storage, databases, networking, software, analytics, and intelligence—over the Internet ("the cloud"). **Cloud computing offers flexibility, scalability, and cost-effectiveness**, eliminating the need for businesses to own and maintain their own computing infrastructure.</a:t>
            </a:r>
          </a:p>
          <a:p>
            <a:r>
              <a:t>*   **Blockchain:** A decentralized, distributed ledger technology that securely records transactions across a network of computers. **Blockchain ensures transparency, immutability, and security** without the need for a central authority, forming the backbone of cryptocurrencies and other decentralized applications.</a:t>
            </a:r>
          </a:p>
          <a:p>
            <a:r>
              <a:t>*   **Quantum Computing:** A new type of computing that uses quantum-mechanical phenomena such as superposition and entanglement to perform operations on data. **Quantum computers are capable of solving complex problems that are beyond the capabilities of classical computers**, promising breakthroughs in fields like medicine, materials science, and cryptography.</a:t>
            </a:r>
          </a:p>
          <a:p>
            <a:r>
              <a:t>*   **Robotics:** The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interdisciplinary branch of engineering and computer science that deals with the design, construction, operation, and use of robots. **Robotics focuses on creating autonomous or semi-autonomous machines** that can perform tasks with precision and efficiency, often in environments unsuitable for humans.</a:t>
            </a:r>
          </a:p>
          <a:p>
            <a:r>
              <a:t>*   **5G/6G Technologies:** The fifth and upcoming sixth generations of cellular technology, designed to deliver higher speeds, lower latency, and greater capacity than their predecessors. **5G/6G are foundational for enabling advanced applications** like autonomous vehicles, augmented reality (AR), virtual reality (VR), and pervasive IoT.</a:t>
            </a:r>
          </a:p>
          <a:p>
            <a:r>
              <a:t>*   **Cybersecurity:** The practice of protecting systems, networks, and programs from digital attacks. **Cybersecurity measures are crucial for safeguarding sensitive data, preventing unauthorized access, and ensuring the integrity and availability of digital infrastructure** in an increasingly interconnected world.</a:t>
            </a:r>
          </a:p>
          <a:p/>
          <a:p>
            <a:r>
              <a:t>### 3. How These Technologies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Used Today</a:t>
            </a:r>
          </a:p>
          <a:p/>
          <a:p>
            <a:r>
              <a:t>These technologies are no longer confined to research labs; they are actively integrated into daily life and across all major industries:</a:t>
            </a:r>
          </a:p>
          <a:p/>
          <a:p>
            <a:r>
              <a:t>*   **Healthcare:** AI and ML are used for **disease diagnosis, drug discovery, personalized treatment plans**, and predictive analytics. IoT devices enable **remote patient monitoring** and smart hospitals.</a:t>
            </a:r>
          </a:p>
          <a:p>
            <a:r>
              <a:t>*   **Finance:** Blockchain underpins **cryptocurrencies (e.g., Bitcoin, Ethereum)**, secure cross-border payments, and decentralized finance (DeFi). AI is critical for **fraud detection, algorithmic trading**, and customer service chatbots.</a:t>
            </a:r>
          </a:p>
          <a:p>
            <a:r>
              <a:t>*   **Manufacturing &amp; Industry 4.0:** Robotics automate production lines, while IoT sensors monitor machinery for **predictive maintenance and quality control**. Cloud computing provides the infrastructure for data analytics and **digital twin simulations**.</a:t>
            </a:r>
          </a:p>
          <a:p>
            <a:r>
              <a:t>*   **Transportation:** AI powers **autonomous vehicles** and traffic management systems. 5G/6G provides the low-latency connectivity requi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red for vehicle-to-everything (V2X) communication.</a:t>
            </a:r>
          </a:p>
          <a:p>
            <a:r>
              <a:t>*   **Retail &amp; E-commerce:** ML algorithms drive **personalized product recommendations** and optimize supply chains. Robotics assist in automated warehouses, and cloud platforms host e-commerce sites, ensuring scalability during peak demand.</a:t>
            </a:r>
          </a:p>
          <a:p>
            <a:r>
              <a:t>*   **Smart Cities:** IoT sensors manage **traffic flow, public safety, waste management**, and energy consumption. Data collected is analyzed via AI to improve urban planning and services.</a:t>
            </a:r>
          </a:p>
          <a:p>
            <a:r>
              <a:t>*   **Communication:** 5G networks enable **ultra-high-definition video streaming, immersive AR/VR experiences**, and seamless remote work environments.</a:t>
            </a:r>
          </a:p>
          <a:p>
            <a:r>
              <a:t>*   **Security:** Cybersecurity is fundamental, protecting everything from personal data on smartphones to critical national infrastructure, employing **AI-driven threat detection** and blockchain for secure identity management.</a:t>
            </a:r>
          </a:p>
          <a:p/>
          <a:p>
            <a:r>
              <a:t>### 4. Advantages and Benefits</a:t>
            </a:r>
          </a:p>
          <a:p/>
          <a:p>
            <a:r>
              <a:t>The widespread adoption of today's technologies brings forth a multitude of advantages and benefits:</a:t>
            </a:r>
          </a:p>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p>
            <a:r>
              <a:t>*   **Enhanced Efficiency and Productivity:** Automation of repetitive tasks, optimized resource allocation, and streamlined processes lead to **significant gains in operational efficiency** across industries.</a:t>
            </a:r>
          </a:p>
          <a:p>
            <a:r>
              <a:t>*   **Improved Decision-Making:** Advanced analytics powered by AI and ML can process vast amounts of data, providing **deeper insights and predictive capabilities** that inform more strategic and effective decisions.</a:t>
            </a:r>
          </a:p>
          <a:p>
            <a:r>
              <a:t>*   **Global Connectivity and Communication:** Technologies like 5G and cloud computing facilitate **instantaneous global communication and collaboration**, breaking down geographical barriers.</a:t>
            </a:r>
          </a:p>
          <a:p>
            <a:r>
              <a:t>*   **Innovation and New Services:** These technologies are catalysts for the creation of **entirely new products, services, and business models**, driving economic growth and societal progress.</a:t>
            </a:r>
          </a:p>
          <a:p>
            <a:r>
              <a:t>*   **Better Quality of Life:** From smart home devices that offer convenience to AI-powered medical advancements that save lives, these technologies contribute to **improved comfort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safety, and well-being**.</a:t>
            </a:r>
          </a:p>
          <a:p>
            <a:r>
              <a:t>*   **Personalization:** AI and ML enable highly **personalized experiences** in areas like entertainment, education, healthcare, and retail, catering to individual preferences and needs.</a:t>
            </a:r>
          </a:p>
          <a:p>
            <a:r>
              <a:t>*   **Problem Solving:** Quantum computing holds the promise of **solving currently intractable problems** in fields such as materials science, drug development, and complex optimization.</a:t>
            </a:r>
          </a:p>
          <a:p/>
          <a:p>
            <a:r>
              <a:t>### 5. Challenges and Limitations</a:t>
            </a:r>
          </a:p>
          <a:p/>
          <a:p>
            <a:r>
              <a:t>Despite their transformative potential, today's technologies also present significant challenges and limitations:</a:t>
            </a:r>
          </a:p>
          <a:p/>
          <a:p>
            <a:r>
              <a:t>*   **Data Privacy and Security Risks:** The proliferation of data collection and connectivity via IoT and cloud computing raises serious concerns about **data breaches, unauthorized access, and misuse of personal information**. Cybersecurity threats are constantly evolving.</a:t>
            </a:r>
          </a:p>
          <a:p>
            <a:r>
              <a:t>*   **Ethical Dilemmas:** AI systems can exhibit **biases inherited from training data**, leading to unfair or discriminatory outcomes. Issues surrounding **job displace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ment due to automation**, autonomous decision-making in critical systems, and the societal impact of deepfakes are pressing.</a:t>
            </a:r>
          </a:p>
          <a:p>
            <a:r>
              <a:t>*   **Digital Divide:** Access to advanced technologies, high-speed internet, and digital literacy remains uneven globally, **exacerbating existing social and economic inequalities** between those with and without access.</a:t>
            </a:r>
          </a:p>
          <a:p>
            <a:r>
              <a:t>*   **Complexity and Cost of Implementation:** Deploying and maintaining sophisticated AI, quantum, or robust cybersecurity systems can be **exceptionally complex and capital-intensive**, posing barriers for smaller organizations or developing regions.</a:t>
            </a:r>
          </a:p>
          <a:p>
            <a:r>
              <a:t>*   **Regulatory and Governance Gaps:** The rapid pace of technological innovation often outstrips the development of **appropriate legal frameworks and ethical guidelines**, leading to uncertainty and potential abuses.</a:t>
            </a:r>
          </a:p>
          <a:p>
            <a:r>
              <a:t>*   **Energy Consumption:** Some advanced technologies, particularly blockchain and large-scale AI models, require **substantial energy resources**, raising concerns about environm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ental sustainability.</a:t>
            </a:r>
          </a:p>
          <a:p>
            <a:r>
              <a:t>*   **Reliability and Trust:** Ensuring the **reliability, accuracy, and trustworthiness of AI systems** and other autonomous technologies is paramount, especially in critical applications like healthcare or transportation.</a:t>
            </a:r>
          </a:p>
          <a:p/>
          <a:p>
            <a:r>
              <a:t>### 6. Future Trends and Predictions</a:t>
            </a:r>
          </a:p>
          <a:p/>
          <a:p>
            <a:r>
              <a:t>The trajectory of today's technologies points towards several key future trends:</a:t>
            </a:r>
          </a:p>
          <a:p/>
          <a:p>
            <a:r>
              <a:t>*   **Pervasive AI and Autonomy:** AI will become even more integrated into daily life, with **smarter, more autonomous systems** making decisions and performing tasks across various domains. The development of **General AI (AGI)** remains a long-term goal.</a:t>
            </a:r>
          </a:p>
          <a:p>
            <a:r>
              <a:t>*   **Hyper-connectivity and Edge Computing:** The rollout of 6G will further enhance connectivity, supporting **truly ubiquitous IoT and real-time processing at the network's edge**, reducing latency and bandwidth demands on central clouds.</a:t>
            </a:r>
          </a:p>
          <a:p>
            <a:r>
              <a:t>*   **Web3 and Decentralization:** Blockchain technology will continue to evolve beyond cryptocurrencies, driving the development of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a **decentralized internet (Web3)**, offering greater user control over data and digital assets.</a:t>
            </a:r>
          </a:p>
          <a:p>
            <a:r>
              <a:t>*   **Quantum Supremacy in Niche Fields:** While general-purpose quantum computers are still distant, **quantum computing will achieve significant breakthroughs in specific problem areas**, such as materials science simulation and cryptography.</a:t>
            </a:r>
          </a:p>
          <a:p>
            <a:r>
              <a:t>*   **Advanced Human-Robot Collaboration:** Robots will become more sophisticated, capable of **seamless and intuitive collaboration with humans** in complex tasks, extending beyond industrial settings to services and personal assistance.</a:t>
            </a:r>
          </a:p>
          <a:p>
            <a:r>
              <a:t>*   **Bioconvergence and Personalized Health:** The convergence of AI, IoT, and biotechnology will lead to **highly personalized, predictive, and preventive healthcare solutions**, including advanced genomics and digital therapeutics.</a:t>
            </a:r>
          </a:p>
          <a:p>
            <a:r>
              <a:t>*   **Sustainability and Green Tech Integration:** There will be an increasing focus on developing and deploying technologies that are **energy-efficient and environmentally sustainabl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e**, addressing the ecological footprint of the digital world.</a:t>
            </a:r>
          </a:p>
          <a:p>
            <a:r>
              <a:t>*   **Enhanced Cybersecurity with AI:** AI will be increasingly used to **predict and neutralize cyber threats in real-time**, making security systems more adaptive and resilient against sophisticated attacks.</a:t>
            </a:r>
          </a:p>
          <a:p/>
          <a:p>
            <a:r>
              <a:t>### 7. Real-World Examples and Case Studies</a:t>
            </a:r>
          </a:p>
          <a:p/>
          <a:p>
            <a:r>
              <a:t>Concrete examples illustrate the profound impact of these technologies:</a:t>
            </a:r>
          </a:p>
          <a:p/>
          <a:p>
            <a:r>
              <a:t>*   **Healthcare: DeepMind's AlphaFold**</a:t>
            </a:r>
          </a:p>
          <a:p>
            <a:r>
              <a:t>    *   **Technology:** AI (Deep Learning)</a:t>
            </a:r>
          </a:p>
          <a:p>
            <a:r>
              <a:t>    *   **Impact:** Revolutionized protein structure prediction, crucial for drug discovery and understanding diseases, by accurately predicting how proteins fold into 3D shapes.</a:t>
            </a:r>
          </a:p>
          <a:p>
            <a:r>
              <a:t>*   **Automotive: Tesla's Autopilot and Full Self-Driving (FSD)**</a:t>
            </a:r>
          </a:p>
          <a:p>
            <a:r>
              <a:t>    *   **Technology:** AI, Machine Learning, Computer Vision, IoT (sensors), Cloud Computing, 5G (for data transfer)</a:t>
            </a:r>
          </a:p>
          <a:p>
            <a:r>
              <a:t>    *   **Impact:** Demonstrates advanced driver-assistance systems and the gradual progress towards fully autonomous vehicles, leveraging vast amounts of real-w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orld driving data.</a:t>
            </a:r>
          </a:p>
          <a:p>
            <a:r>
              <a:t>*   **Finance: JPMorgan Chase's JPM Coin**</a:t>
            </a:r>
          </a:p>
          <a:p>
            <a:r>
              <a:t>    *   **Technology:** Blockchain (permissioned, private Ethereum-based)</a:t>
            </a:r>
          </a:p>
          <a:p>
            <a:r>
              <a:t>    *   **Impact:** Facilitates instantaneous wholesale payments between institutional clients, showcasing blockchain's ability to streamline financial transactions and reduce settlement times.</a:t>
            </a:r>
          </a:p>
          <a:p>
            <a:r>
              <a:t>*   **Manufacturing: Siemens' Amberg Electronics Plant (EWA)**</a:t>
            </a:r>
          </a:p>
          <a:p>
            <a:r>
              <a:t>    *   **Technology:** IoT, Cloud Computing, AI, Robotics</a:t>
            </a:r>
          </a:p>
          <a:p>
            <a:r>
              <a:t>    *   **Impact:** A prime example of Industry 4.0, where 75% of production is automated, and product quality is consistently high due to extensive data collection, AI-driven analytics, and robotic precision, showing how smart factories operate efficiently.</a:t>
            </a:r>
          </a:p>
          <a:p>
            <a:r>
              <a:t>*   **Retail: Amazon's Personalized Recommendation Engine**</a:t>
            </a:r>
          </a:p>
          <a:p>
            <a:r>
              <a:t>    *   **Technology:** Machine Learning, Big Data Analytics</a:t>
            </a:r>
          </a:p>
          <a:p>
            <a:r>
              <a:t>    *   **Impact:** Drives a significant portion of Amazon's sales by suggesting products highly relevant to individual customer preferences, based on past purchases, 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rowsing history, and similar users.</a:t>
            </a:r>
          </a:p>
          <a:p>
            <a:r>
              <a:t>*   **Environmental Monitoring: Smart Agriculture (e.g., John Deere)**</a:t>
            </a:r>
          </a:p>
          <a:p>
            <a:r>
              <a:t>    *   **Technology:** IoT (sensors), AI, Cloud Computing, GPS</a:t>
            </a:r>
          </a:p>
          <a:p>
            <a:r>
              <a:t>    *   **Impact:** IoT sensors monitor soil moisture, nutrients, and weather, while AI optimizes irrigation and fertilization, leading to increased crop yields, reduced resource waste, and more sustainable farming practices.</a:t>
            </a:r>
          </a:p>
          <a:p/>
          <a:p>
            <a:r>
              <a:t>### 8. Conclusion</a:t>
            </a:r>
          </a:p>
          <a:p/>
          <a:p>
            <a:r>
              <a:t>Today's technologies represent a dynamic and rapidly evolving ecosystem that is fundamentally redefining the fabric of modern society. From the pervasive intelligence of AI and Machine Learning to the interconnectedness fostered by IoT and 5G/6G, and the secure, decentralized nature of Blockchain, these innovations are driving unprecedented levels of efficiency, connectivity, and discovery. While presenting formidable challenges concerning ethics, privacy, and equitable access, their potential to address some of the world's most complex problems—from healthcare advancements 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climate change—is undeniable. Responsible development, robust governance, and inclusive deployment will be paramount to navigate this transformative era.</a:t>
            </a:r>
          </a:p>
          <a:p/>
          <a:p>
            <a:r>
              <a:t>**Today's technologies are fundamentally redefining human interaction, commerce, and governance, empowering unprecedented levels of efficiency and innovation across all sectors.**</a:t>
            </a:r>
          </a:p>
          <a:p>
            <a:r>
              <a:t>**They are democratizing access to information and services, fostering global connectivity, and pushing the boundaries of what is possible in science and industry.**</a:t>
            </a:r>
          </a:p>
          <a:p>
            <a:r>
              <a:t>**However, responsible development and ethical deployment are paramount to harness their full potential for a prosperous, equitable, and sustainable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