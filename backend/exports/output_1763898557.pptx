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a professional PowerPoint outline on "Impact of Arti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1: Introduction: AI &amp; The Modern Workplace**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**Brief overview of Artificial Intelligence (AI)** and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**Understanding the scope:** AI's pervasive influence across industries and job functions.</a:t>
            </a:r>
          </a:p>
          <a:p>
            <a:pPr>
              <a:defRPr sz="2000"/>
            </a:pPr>
            <a:r>
              <a:t>*   **Key objective:** Explore the multifaceted impact of AI on work structures, roles, and required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2: AI's Fundamental Integration**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 as a transformative technology**, embedding into 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**Transition from traditional methods** to intelligent assistance across various business functions.</a:t>
            </a:r>
          </a:p>
          <a:p>
            <a:pPr>
              <a:defRPr sz="2000"/>
            </a:pPr>
            <a:r>
              <a:t>*   **Examples:** Automated data analysis, predictive maintenance, advanced customer service bots.</a:t>
            </a:r>
          </a:p>
          <a:p>
            <a:pPr>
              <a:defRPr sz="2000"/>
            </a:pPr>
            <a:r>
              <a:t>*   **Shifting from reactive to proactive operational models** through AI-driven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3: Automation &amp; Efficiency Revolution**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**Streamlining repetitive and routine tasks** through 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**Significant increases in operational speed and accuracy**, reducing lead times and errors.</a:t>
            </a:r>
          </a:p>
          <a:p>
            <a:pPr>
              <a:defRPr sz="2000"/>
            </a:pPr>
            <a:r>
              <a:t>*   **Optimized resource allocation** by freeing human capital from mundane processes.</a:t>
            </a:r>
          </a:p>
          <a:p>
            <a:pPr>
              <a:defRPr sz="2000"/>
            </a:pPr>
            <a:r>
              <a:t>*   **Impact on productivity metrics** across manufacturing, services, and administrative sectors.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4: Job Transformation &amp; Evolution**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**AI's potential to automate specific job functions**, 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**Emergence of entirely new roles** focused on AI development, maintenance, ethical oversight, and human-AI collaboration.</a:t>
            </a:r>
          </a:p>
          <a:p>
            <a:pPr>
              <a:defRPr sz="2000"/>
            </a:pPr>
            <a:r>
              <a:t>*   **Augmentation of human capabilities**, enabling employees to focus on higher-value, strategic, and creative tasks.</a:t>
            </a:r>
          </a:p>
          <a:p>
            <a:pPr>
              <a:defRPr sz="2000"/>
            </a:pPr>
            <a:r>
              <a:t>*   **Critical need for reskilling and upskilling** programs to adapt the existing workforce.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5: Enhanced Decision-Making**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**AI's unparalleled ability to process and analyze vast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**Providing data-driven insights** for more informed and strategic business decisions.</a:t>
            </a:r>
          </a:p>
          <a:p>
            <a:pPr>
              <a:defRPr sz="2000"/>
            </a:pPr>
            <a:r>
              <a:t>*   **Improved forecasting, risk assessment, and personalized recommendations** across diverse business areas.</a:t>
            </a:r>
          </a:p>
          <a:p>
            <a:pPr>
              <a:defRPr sz="2000"/>
            </a:pPr>
            <a:r>
              <a:t>*   **Empowering leaders with more accurate, timely, and actionable intelligence.**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6: Adapting to New Skill Demands**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**Growing demand for technical skills:** AI literacy, 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**Increased importance of "human-centric" skills:** critical thinking, creativity, emotional intelligence, and complex problem-solving.</a:t>
            </a:r>
          </a:p>
          <a:p>
            <a:pPr>
              <a:defRPr sz="2000"/>
            </a:pPr>
            <a:r>
              <a:t>*   **Need for strong collaboration and communication abilities** to work effectively with AI systems.</a:t>
            </a:r>
          </a:p>
          <a:p>
            <a:pPr>
              <a:defRPr sz="2000"/>
            </a:pPr>
            <a:r>
              <a:t>*   **Cultivating a continuous learning mindset** as technology rapidly evolves.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7: Ethical &amp; Operational Challenges**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**Concerns regarding data privacy, security, and the 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**Ethical implications of AI in hiring, surveillance, and autonomous decision-making**.</a:t>
            </a:r>
          </a:p>
          <a:p>
            <a:pPr>
              <a:defRPr sz="2000"/>
            </a:pPr>
            <a:r>
              <a:t>*   **Ensuring transparency, accountability, and explainability** in AI systems.</a:t>
            </a:r>
          </a:p>
          <a:p>
            <a:pPr>
              <a:defRPr sz="2000"/>
            </a:pPr>
            <a:r>
              <a:t>*   **Navigating the human element:** managing fear of displacement, job satisfaction, and employee well-being.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8: The Future: Human-AI Collaboration**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**Shifting paradigm from human vs. machine to human *wit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**AI as an intelligent assistant, co-worker, and accelerator**, enhancing human performance.</a:t>
            </a:r>
          </a:p>
          <a:p>
            <a:pPr>
              <a:defRPr sz="2000"/>
            </a:pPr>
            <a:r>
              <a:t>*   **Synergies created by combining AI's speed and analytical power with human creativity, judgment, and empathy.**</a:t>
            </a:r>
          </a:p>
          <a:p>
            <a:pPr>
              <a:defRPr sz="2000"/>
            </a:pPr>
            <a:r>
              <a:t>*   **Designing intuitive and ethical AI interfaces** for seamless human-machine interaction.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9: Strategies for Successful Adaptation**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**Organizational investment in AI infrastructure, techno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**Fostering a culture of continuous learning, innovation, and psychological safety.**</a:t>
            </a:r>
          </a:p>
          <a:p>
            <a:pPr>
              <a:defRPr sz="2000"/>
            </a:pPr>
            <a:r>
              <a:t>*   **Developing clear ethical guidelines, governance frameworks, and regulatory compliance for AI use.**</a:t>
            </a:r>
          </a:p>
          <a:p>
            <a:pPr>
              <a:defRPr sz="2000"/>
            </a:pPr>
            <a:r>
              <a:t>*   **Prioritizing human-centric design** in AI implementation to maximize adoption and benefit.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**Slide 10: Conclusion &amp; Key Takeaways**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**AI is fundamentally reshaping, not destroying, the mod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**Requires proactive adaptation from both individuals and organizations.**</a:t>
            </a:r>
          </a:p>
          <a:p>
            <a:pPr>
              <a:defRPr sz="2000"/>
            </a:pPr>
            <a:r>
              <a:t>*   **Focus on augmenting human potential and fostering new, relevant skill sets.**</a:t>
            </a:r>
          </a:p>
          <a:p>
            <a:pPr>
              <a:defRPr sz="2000"/>
            </a:pPr>
            <a:r>
              <a:t>*   **Embrace AI as a powerful tool for unprecedented growth, efficiency, and innovation.**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