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Generated Content</a:t>
            </a:r>
          </a:p>
        </p:txBody>
      </p:sp>
      <p:sp>
        <p:nvSpPr>
          <p:cNvPr id="3" name="Content Placeholder 2"/>
          <p:cNvSpPr>
            <a:spLocks noGrp="1"/>
          </p:cNvSpPr>
          <p:nvPr>
            <p:ph idx="1"/>
          </p:nvPr>
        </p:nvSpPr>
        <p:spPr/>
        <p:txBody>
          <a:bodyPr/>
          <a:lstStyle/>
          <a:p>
            <a:r>
              <a:t>## Today’s Technologies: A Comprehensive Overview</a:t>
            </a:r>
          </a:p>
          <a:p/>
          <a:p>
            <a:r>
              <a:t>### 1. Introduction</a:t>
            </a:r>
          </a:p>
          <a:p/>
          <a:p>
            <a:r>
              <a:t>The dawn of the 21st century has been defined by an accelerating wave of technological innovation, fundamentally reshaping every facet of human existence. From the way we communicate and conduct business to how we learn, heal, and govern, modern technologies are the invisible, yet omnipresent, architects of our contemporary world. This document aims to provide a formal and structured exploration of "Today's Technologies," delving into their core definitions, practical applications, inherent advantages, significant challenges, and prospective future trajectories. By examining these revolutionary advancements, we can better comprehend their profound impact on society, economy, and culture, and prepare for the opportunities and responsibilities they bring.</a:t>
            </a:r>
          </a:p>
          <a:p/>
          <a:p>
            <a:r>
              <a:t>### 2. Key Modern Technologies</a:t>
            </a:r>
          </a:p>
          <a:p/>
          <a:p>
            <a:r>
              <a:t>A diverse array of sophisticated technologies underpins the digital transformation witnessed today. Each plays a distinct role, 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en synergizing with others to create more powerful and integrated solutions.</a:t>
            </a:r>
          </a:p>
          <a:p/>
          <a:p>
            <a:r>
              <a:t>*   **Artificial Intelligence (AI):** The simulation of human intelligence processes by machines, particularly computer systems. This includes learning, reasoning, problem-solving, perception, and language understanding.</a:t>
            </a:r>
          </a:p>
          <a:p>
            <a:r>
              <a:t>*   **Machine Learning (ML):** A subset of AI that enables systems to automatically learn and improve from experience without being explicitly programmed. ML algorithms are trained on data to identify patterns and make predictions or decisions.</a:t>
            </a:r>
          </a:p>
          <a:p>
            <a:r>
              <a:t>*   **Internet of Things (IoT):** A network of interconnected physical objects—"things"—embedded with sensors, software, and other technologies for the purpose of connecting and exchanging data with other devices and systems over the internet.</a:t>
            </a:r>
          </a:p>
          <a:p>
            <a:r>
              <a:t>*   **Cloud Computing:** The on-demand delivery of computing services—including servers, storage, databases, networking, software, analytics, and intelligence—over the Internet ("the cloud") to offer faster innov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ation, flexible resources, and economies of scale.</a:t>
            </a:r>
          </a:p>
          <a:p>
            <a:r>
              <a:t>*   **Blockchain:** A decentralized, distributed ledger technology that records transactions across many computers, ensuring transparency, immutability, and security without the need for a central authority.</a:t>
            </a:r>
          </a:p>
          <a:p>
            <a:r>
              <a:t>*   **Quantum Computing:** A new type of computing that leverages the principles of quantum mechanics (such as superposition and entanglement) to solve problems that are beyond the capabilities of classical computers.</a:t>
            </a:r>
          </a:p>
          <a:p>
            <a:r>
              <a:t>*   **Robotics:** The interdisciplinary branch of engineering and computer science that deals with the design, construction, operation, and use of robots. Robotics aims to automate tasks, improve efficiency, and perform operations in hazardous environments.</a:t>
            </a:r>
          </a:p>
          <a:p>
            <a:r>
              <a:t>*   **5G/6G:** Generations of cellular technology, with 5G offering significantly faster speeds, lower latency, and greater capacity than its predecessors. 6G is the anticipated next generation, promising even more advanced capabilities, potentially integrating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ubiquitous connectivity, and holographic communication.</a:t>
            </a:r>
          </a:p>
          <a:p>
            <a:r>
              <a:t>*   **Cybersecurity:** The practice of protecting systems, networks, and programs from digital attacks. These attacks are usually aimed at accessing, changing, or destroying sensitive information, extorting money from users, or interrupting normal business processes.</a:t>
            </a:r>
          </a:p>
          <a:p/>
          <a:p>
            <a:r>
              <a:t>### 3. How These Technologies Are Used Today</a:t>
            </a:r>
          </a:p>
          <a:p/>
          <a:p>
            <a:r>
              <a:t>The application of these technologies is pervasive, transforming virtually every sector and aspect of daily life.</a:t>
            </a:r>
          </a:p>
          <a:p/>
          <a:p>
            <a:r>
              <a:t>*   **Healthcare:**</a:t>
            </a:r>
          </a:p>
          <a:p>
            <a:r>
              <a:t>    *   **AI/ML:** Disease diagnosis, drug discovery, personalized treatment plans, predictive analytics for outbreaks.</a:t>
            </a:r>
          </a:p>
          <a:p>
            <a:r>
              <a:t>    *   **IoT:** Remote patient monitoring, smart wearables for health tracking, connected medical devices.</a:t>
            </a:r>
          </a:p>
          <a:p>
            <a:r>
              <a:t>    *   **Cloud Computing:** Secure storage and sharing of patient data, powering telehealth platforms.</a:t>
            </a:r>
          </a:p>
          <a:p>
            <a:r>
              <a:t>*   **Manufacturing and Industry:**</a:t>
            </a:r>
          </a:p>
          <a:p>
            <a:r>
              <a:t>    *   **Robotics:** Automation of assembly lines, precision manufacturing, hazardous material handling.</a:t>
            </a:r>
          </a:p>
          <a:p>
            <a:r>
              <a:t>    *   **IoT:** Sm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art factories for predictive maintenance, supply chain optimization, real-time quality control.</a:t>
            </a:r>
          </a:p>
          <a:p>
            <a:r>
              <a:t>    *   **AI/ML:** Anomaly detection in production, quality assurance, demand forecasting.</a:t>
            </a:r>
          </a:p>
          <a:p>
            <a:r>
              <a:t>*   **Finance and Banking:**</a:t>
            </a:r>
          </a:p>
          <a:p>
            <a:r>
              <a:t>    *   **Blockchain:** Secure cross-border payments, digital currencies, fraud detection, transparent record-keeping.</a:t>
            </a:r>
          </a:p>
          <a:p>
            <a:r>
              <a:t>    *   **AI/ML:** Algorithmic trading, credit scoring, personalized financial advice, fraud detection and prevention.</a:t>
            </a:r>
          </a:p>
          <a:p>
            <a:r>
              <a:t>    *   **Cybersecurity:** Protecting financial transactions and customer data from sophisticated cyber threats.</a:t>
            </a:r>
          </a:p>
          <a:p>
            <a:r>
              <a:t>*   **Retail and E-commerce:**</a:t>
            </a:r>
          </a:p>
          <a:p>
            <a:r>
              <a:t>    *   **AI/ML:** Personalized product recommendations, chatbots for customer service, dynamic pricing.</a:t>
            </a:r>
          </a:p>
          <a:p>
            <a:r>
              <a:t>    *   **IoT:** Smart inventory management, in-store analytics, contactless payments.</a:t>
            </a:r>
          </a:p>
          <a:p>
            <a:r>
              <a:t>    *   **Cloud Computing:** Scalable infrastructure for e-commerce platforms, data analytics.</a:t>
            </a:r>
          </a:p>
          <a:p>
            <a:r>
              <a:t>*   **Transportation and Logistics:**</a:t>
            </a:r>
          </a:p>
          <a:p>
            <a:r>
              <a:t>    *   **AI/Robotics:** Autonomous vehicles (cars, drones, delivery robots),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intelligent traffic management systems.</a:t>
            </a:r>
          </a:p>
          <a:p>
            <a:r>
              <a:t>    *   **IoT:** Fleet management, real-time tracking of goods, smart parking solutions.</a:t>
            </a:r>
          </a:p>
          <a:p>
            <a:r>
              <a:t>    *   **5G:** Enabling vehicle-to-everything (V2X) communication for enhanced safety and efficiency.</a:t>
            </a:r>
          </a:p>
          <a:p>
            <a:r>
              <a:t>*   **Communication and Entertainment:**</a:t>
            </a:r>
          </a:p>
          <a:p>
            <a:r>
              <a:t>    *   **Cloud Computing:** Powering global streaming services, online gaming, and collaboration tools.</a:t>
            </a:r>
          </a:p>
          <a:p>
            <a:r>
              <a:t>    *   **AI/ML:** Content recommendation engines, voice assistants, personalized advertising.</a:t>
            </a:r>
          </a:p>
          <a:p>
            <a:r>
              <a:t>    *   **5G/6G:** Ultra-fast mobile connectivity for seamless streaming, AR/VR experiences, and remote work.</a:t>
            </a:r>
          </a:p>
          <a:p/>
          <a:p>
            <a:r>
              <a:t>### 4. Advantages and Benefits</a:t>
            </a:r>
          </a:p>
          <a:p/>
          <a:p>
            <a:r>
              <a:t>The widespread adoption of today's technologies offers a multitude of benefits, driving progress across economic, social, and personal spheres.</a:t>
            </a:r>
          </a:p>
          <a:p/>
          <a:p>
            <a:r>
              <a:t>*   **Increased Efficiency and Productivity:** Automation of repetitive tasks, optimized processes, and data-driven insights lead to significant operational improvements.</a:t>
            </a:r>
          </a:p>
          <a:p>
            <a:r>
              <a:t>*   **Enhanced Connectivity and Communication:** Global real-time 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ommunication, seamless data exchange, and improved accessibility to information and services.</a:t>
            </a:r>
          </a:p>
          <a:p>
            <a:r>
              <a:t>*   **Improved Decision-Making:** Advanced analytics, AI-driven insights, and access to vast datasets enable more informed and strategic decisions for businesses and individuals.</a:t>
            </a:r>
          </a:p>
          <a:p>
            <a:r>
              <a:t>*   **Greater Innovation and Problem Solving:** These technologies provide powerful tools for research, development, and tackling complex global challenges, from climate change to healthcare crises.</a:t>
            </a:r>
          </a:p>
          <a:p>
            <a:r>
              <a:t>*   **Personalized Experiences:** AI and ML algorithms tailor content, services, and products to individual preferences, enhancing user satisfaction.</a:t>
            </a:r>
          </a:p>
          <a:p>
            <a:r>
              <a:t>*   **Enhanced Safety and Security:** Cybersecurity measures protect critical infrastructure and personal data, while AI and robotics can perform tasks in dangerous environments, reducing human risk.</a:t>
            </a:r>
          </a:p>
          <a:p>
            <a:r>
              <a:t>*   **Economic Growth and Job Creation:** New industries emerge, existing ones transform, leading to new job roles and economic opportunities, though often requiring skill adapta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tion.</a:t>
            </a:r>
          </a:p>
          <a:p/>
          <a:p>
            <a:r>
              <a:t>### 5. Challenges and Limitations</a:t>
            </a:r>
          </a:p>
          <a:p/>
          <a:p>
            <a:r>
              <a:t>Despite their immense potential, today's technologies present significant challenges and limitations that require careful consideration and proactive management.</a:t>
            </a:r>
          </a:p>
          <a:p/>
          <a:p>
            <a:r>
              <a:t>*   **Ethical Concerns:**</a:t>
            </a:r>
          </a:p>
          <a:p>
            <a:r>
              <a:t>    *   **AI Bias:** Algorithms trained on biased data can perpetuate and amplify societal inequalities.</a:t>
            </a:r>
          </a:p>
          <a:p>
            <a:r>
              <a:t>    *   **Privacy Invasion:** Extensive data collection by IoT devices and AI systems raises concerns about individual privacy and surveillance.</a:t>
            </a:r>
          </a:p>
          <a:p>
            <a:r>
              <a:t>    *   **Job Displacement:** Automation and AI can lead to job losses in certain sectors, necessitating workforce reskilling and new social safety nets.</a:t>
            </a:r>
          </a:p>
          <a:p>
            <a:r>
              <a:t>*   **Data Security and Privacy Vulnerabilities:**</a:t>
            </a:r>
          </a:p>
          <a:p>
            <a:r>
              <a:t>    *   **Cyberattacks:** The increasing interconnectedness of systems (IoT, cloud) creates larger attack surfaces for sophisticated cyber threats, leading to data breaches and system disruptions.</a:t>
            </a:r>
          </a:p>
          <a:p>
            <a:r>
              <a:t>    *   **Misuse of Data:** Unauthorized access or exploitation of personal and sensitive data.</a:t>
            </a:r>
          </a:p>
          <a:p>
            <a:r>
              <a:t>*   **Complexity and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Cost of Implementation:**</a:t>
            </a:r>
          </a:p>
          <a:p>
            <a:r>
              <a:t>    *   **High Investment:** Adopting and scaling advanced technologies often requires substantial capital investment and specialized infrastructure.</a:t>
            </a:r>
          </a:p>
          <a:p>
            <a:r>
              <a:t>    *   **Skill Gap:** A shortage of skilled professionals in areas like AI, quantum computing, and cybersecurity hinders widespread adoption and effective management.</a:t>
            </a:r>
          </a:p>
          <a:p>
            <a:r>
              <a:t>*   **Digital Divide:** Unequal access to technology, infrastructure, and digital literacy exacerbates social and economic disparities, particularly in developing regions.</a:t>
            </a:r>
          </a:p>
          <a:p>
            <a:r>
              <a:t>*   **Regulatory and Governance Gaps:** The rapid pace of technological advancement often outstrips the ability of legal and regulatory frameworks to adapt, leading to ambiguities and potential societal risks.</a:t>
            </a:r>
          </a:p>
          <a:p>
            <a:r>
              <a:t>*   **Dependency and Systemic Risk:** Over-reliance on highly interconnected systems can lead to widespread failures if critical components malfunction or are compromised.</a:t>
            </a:r>
          </a:p>
          <a:p>
            <a:r>
              <a:t>*   **Energy Consumption:** Training large AI models and operating global cloud infrastructures and bl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ockchain networks require significant energy, posing environmental concerns.</a:t>
            </a:r>
          </a:p>
          <a:p/>
          <a:p>
            <a:r>
              <a:t>### 6. Future Trends and Predictions</a:t>
            </a:r>
          </a:p>
          <a:p/>
          <a:p>
            <a:r>
              <a:t>The trajectory of today's technologies suggests a future characterized by deeper integration, greater intelligence, and transformative capabilities.</a:t>
            </a:r>
          </a:p>
          <a:p/>
          <a:p>
            <a:r>
              <a:t>*   **Hyper-personalization and Ambient Intelligence:** Technologies will become seamlessly embedded in our environment, anticipating needs and offering personalized assistance without explicit interaction (e.g., smart homes adapting to occupants' moods, predictive healthcare).</a:t>
            </a:r>
          </a:p>
          <a:p>
            <a:r>
              <a:t>*   **Pervasive AI:** AI will move beyond specialized applications to become an integral component of nearly every digital service, device, and interaction, fostering "AI Everywhere."</a:t>
            </a:r>
          </a:p>
          <a:p>
            <a:r>
              <a:t>*   **Practical Quantum Computing:** Beyond theoretical breakthroughs, quantum computers are predicted to move towards solving real-world, commercially viable problems in drug discovery, material science, and financial modeling.</a:t>
            </a:r>
          </a:p>
          <a:p>
            <a:r>
              <a:t>*   **Advanced Human-Robot Collaboration:*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 Robots will evolve from performing isolated tasks to working collaboratively with humans in dynamic and unstructured environments, enhancing productivity and safety.</a:t>
            </a:r>
          </a:p>
          <a:p>
            <a:r>
              <a:t>*   **Decentralized Internet (Web3.0):** Powered by blockchain and other decentralized technologies, the internet will shift towards greater user control over data and digital identity, reducing reliance on central authorities.</a:t>
            </a:r>
          </a:p>
          <a:p>
            <a:r>
              <a:t>*   **Sustainable Technology:** Growing awareness of environmental impact will drive innovation towards energy-efficient AI, green data centers, and circular economy principles in tech manufacturing.</a:t>
            </a:r>
          </a:p>
          <a:p>
            <a:r>
              <a:t>*   **Brain-Computer Interfaces (BCI):** Further advancements in BCIs could enable direct communication between the human brain and external devices, offering new possibilities for accessibility, control, and enhancement.</a:t>
            </a:r>
          </a:p>
          <a:p>
            <a:r>
              <a:t>*   **Continued Convergence and Hybridization:** The synergy between AI, IoT, 5G/6G, cloud, and edge computing will create entirely new categories of intelligent, interconnected serv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ices and products, often referred to as cyber-physical systems.</a:t>
            </a:r>
          </a:p>
          <a:p/>
          <a:p>
            <a:r>
              <a:t>### 7. Real-World Examples and Case Studies</a:t>
            </a:r>
          </a:p>
          <a:p/>
          <a:p>
            <a:r>
              <a:t>Concrete examples illustrate the tangible impact of these technologies across diverse domains.</a:t>
            </a:r>
          </a:p>
          <a:p/>
          <a:p>
            <a:r>
              <a:t>*   **AI/ML in Healthcare:** **Google DeepMind's AlphaFold** revolutionized protein structure prediction, accelerating drug discovery and understanding of diseases.</a:t>
            </a:r>
          </a:p>
          <a:p>
            <a:r>
              <a:t>*   **IoT in Smart Cities:** **Singapore's Smart Nation initiative** utilizes IoT sensors for intelligent traffic management, waste collection, and environmental monitoring, enhancing urban livability and efficiency.</a:t>
            </a:r>
          </a:p>
          <a:p>
            <a:r>
              <a:t>*   **Cloud Computing for Scalability:** **Netflix** leverages cloud infrastructure (AWS) to deliver its vast content library globally, ensuring high availability and scalability for millions of concurrent users.</a:t>
            </a:r>
          </a:p>
          <a:p>
            <a:r>
              <a:t>*   **Blockchain for Supply Chain Transparency:** **IBM Food Trust** uses blockchain to trace food products from farm to fork, improving food safety, reducing waste, and building consumer trust by pr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oviding immutable records of origin and handling.</a:t>
            </a:r>
          </a:p>
          <a:p>
            <a:r>
              <a:t>*   **Robotics in Logistics:** **Amazon's fulfillment centers** deploy thousands of Kiva robots to transport shelves of goods to human pickers, significantly increasing order processing speed and warehouse efficiency.</a:t>
            </a:r>
          </a:p>
          <a:p>
            <a:r>
              <a:t>*   **5G for Augmented Reality (AR):** **Tele-surgery demonstrations** using 5G have shown how surgeons can guide complex procedures remotely with AR overlays, benefiting from ultra-low latency and high bandwidth to deliver real-time feedback and visualization.</a:t>
            </a:r>
          </a:p>
          <a:p>
            <a:r>
              <a:t>*   **Cybersecurity in Critical Infrastructure:** National cybersecurity agencies continually work with power grids, water treatment plants, and transportation networks to deploy **advanced threat detection systems and incident response protocols** to protect against sophisticated state-sponsored cyberattacks.</a:t>
            </a:r>
          </a:p>
          <a:p/>
          <a:p>
            <a:r>
              <a:t>### 8. Conclusion</a:t>
            </a:r>
          </a:p>
          <a:p/>
          <a:p>
            <a:r>
              <a:t>Today's technologies represent an era of unprecedented innovation and transformation. From the intelligence embedded in AI and Machine Lea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rning to the ubiquitous connectivity enabled by IoT and 5G, and the foundational security of Blockchain, these advancements are not merely tools; they are the fundamental architects of a new societal paradigm. While they present formidable challenges related to ethics, security, and equity, their potential to solve complex global problems, foster economic growth, and enhance human capabilities is immense. Proactive engagement with these technologies, coupled with responsible governance and continuous adaptation, will be crucial to harnessing their full potential for a prosperous and equitable future.</a:t>
            </a:r>
          </a:p>
          <a:p/>
          <a:p>
            <a:r>
              <a:t>---</a:t>
            </a:r>
          </a:p>
          <a:p/>
          <a:p>
            <a:r>
              <a:t>**Insight Lines:**</a:t>
            </a:r>
          </a:p>
          <a:p/>
          <a:p>
            <a:r>
              <a:t>Today's technologies are not merely tools; they are fundamental architects of a new societal paradigm, reshaping human interaction, commerce, and governance.</a:t>
            </a:r>
          </a:p>
          <a:p>
            <a:r>
              <a:t>Their relentless evolution propels us towards unprecedented levels of efficiency and connectivity, while simultaneously demanding a proactive approach to ethical considerations and equitable access.</a:t>
            </a:r>
          </a:p>
          <a:p>
            <a:r>
              <a:t>Ultimatel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a:r>
              <a:t>y, these advancements are forging an interconnected, intelligent world, promising solutions to complex global challenges while redefining the very essence of human potential and progress.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