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a professional PowerPoint outline on the "Impact of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1: Title Slide**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**AI's Impact: Modern Workplaces**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Transforming how we work and live.</a:t>
            </a:r>
          </a:p>
          <a:p>
            <a:pPr>
              <a:defRPr sz="2000"/>
            </a:pPr>
            <a:r>
              <a:t>*   Exploring AI's profound workplace changes.</a:t>
            </a:r>
          </a:p>
          <a:p>
            <a:pPr>
              <a:defRPr sz="2000"/>
            </a:pPr>
            <a:r>
              <a:t>*   Opportunities, challenges, and adaptation.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2: Understanding AI in Work**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**Defining AI in Work**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Automating repetitive, routine tasks.</a:t>
            </a:r>
          </a:p>
          <a:p>
            <a:pPr>
              <a:defRPr sz="2000"/>
            </a:pPr>
            <a:r>
              <a:t>*   Analyzing vast data for insights.</a:t>
            </a:r>
          </a:p>
          <a:p>
            <a:pPr>
              <a:defRPr sz="2000"/>
            </a:pPr>
            <a:r>
              <a:t>*   Augmenting human capabilities, not replacing.</a:t>
            </a:r>
          </a:p>
          <a:p>
            <a:pPr>
              <a:defRPr sz="2000"/>
            </a:pPr>
            <a:r>
              <a:t>*   Examples: chatbots, predictive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3: Automation and Efficiency Gains**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**Automation: Efficiency &amp; Productivity**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Streamlining operational workflows significantly.</a:t>
            </a:r>
          </a:p>
          <a:p>
            <a:pPr>
              <a:defRPr sz="2000"/>
            </a:pPr>
            <a:r>
              <a:t>*   Reducing human error in mundane tasks.</a:t>
            </a:r>
          </a:p>
          <a:p>
            <a:pPr>
              <a:defRPr sz="2000"/>
            </a:pPr>
            <a:r>
              <a:t>*   Freeing employees for complex work.</a:t>
            </a:r>
          </a:p>
          <a:p>
            <a:pPr>
              <a:defRPr sz="2000"/>
            </a:pPr>
            <a:r>
              <a:t>*   Boosting overall organizational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4: Job Redefinition and Creation**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**Job Evolution: Roles &amp; Skills**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Eliminating some low-skill, routine jobs.</a:t>
            </a:r>
          </a:p>
          <a:p>
            <a:pPr>
              <a:defRPr sz="2000"/>
            </a:pPr>
            <a:r>
              <a:t>*   Creating new roles: AI trainers, data scientists.</a:t>
            </a:r>
          </a:p>
          <a:p>
            <a:pPr>
              <a:defRPr sz="2000"/>
            </a:pPr>
            <a:r>
              <a:t>*   Augmenting existing positions with AI tools.</a:t>
            </a:r>
          </a:p>
          <a:p>
            <a:pPr>
              <a:defRPr sz="2000"/>
            </a:pPr>
            <a:r>
              <a:t>*   Focus shifts to creativity, critical thinking.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5: Enhanced Decision Making**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**AI-Driven Decisions &amp; Insights**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Processing massive datasets rapidly.</a:t>
            </a:r>
          </a:p>
          <a:p>
            <a:pPr>
              <a:defRPr sz="2000"/>
            </a:pPr>
            <a:r>
              <a:t>*   Identifying patterns unseen by humans.</a:t>
            </a:r>
          </a:p>
          <a:p>
            <a:pPr>
              <a:defRPr sz="2000"/>
            </a:pPr>
            <a:r>
              <a:t>*   Providing predictive analytics for strategy.</a:t>
            </a:r>
          </a:p>
          <a:p>
            <a:pPr>
              <a:defRPr sz="2000"/>
            </a:pPr>
            <a:r>
              <a:t>*   Supporting more informed business choices.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6: Workplace Collaboration &amp; Tools**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 Enhances Collaboration**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Smart assistants scheduling meetings.</a:t>
            </a:r>
          </a:p>
          <a:p>
            <a:pPr>
              <a:defRPr sz="2000"/>
            </a:pPr>
            <a:r>
              <a:t>*   Automated project management tools.</a:t>
            </a:r>
          </a:p>
          <a:p>
            <a:pPr>
              <a:defRPr sz="2000"/>
            </a:pPr>
            <a:r>
              <a:t>*   Facilitating seamless communication across teams.</a:t>
            </a:r>
          </a:p>
          <a:p>
            <a:pPr>
              <a:defRPr sz="2000"/>
            </a:pPr>
            <a:r>
              <a:t>*   Breaking down geographical work barriers.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7: Ethical Considerations &amp; Challenges**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**Ethical AI: Challenges Ahead**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Addressing algorithmic bias in decisions.</a:t>
            </a:r>
          </a:p>
          <a:p>
            <a:pPr>
              <a:defRPr sz="2000"/>
            </a:pPr>
            <a:r>
              <a:t>*   Ensuring data privacy and security.</a:t>
            </a:r>
          </a:p>
          <a:p>
            <a:pPr>
              <a:defRPr sz="2000"/>
            </a:pPr>
            <a:r>
              <a:t>*   Transparency in AI's operations and limits.</a:t>
            </a:r>
          </a:p>
          <a:p>
            <a:pPr>
              <a:defRPr sz="2000"/>
            </a:pPr>
            <a:r>
              <a:t>*   Concerns about job displacement and inequality.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8: Upskilling and Reskilling the Workforce**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**Adapting: Upskill &amp; Reskill**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Necessity for continuous learning, new competencies.</a:t>
            </a:r>
          </a:p>
          <a:p>
            <a:pPr>
              <a:defRPr sz="2000"/>
            </a:pPr>
            <a:r>
              <a:t>*   Developing AI literacy across departments.</a:t>
            </a:r>
          </a:p>
          <a:p>
            <a:pPr>
              <a:defRPr sz="2000"/>
            </a:pPr>
            <a:r>
              <a:t>*   Investing in training programs for employees.</a:t>
            </a:r>
          </a:p>
          <a:p>
            <a:pPr>
              <a:defRPr sz="2000"/>
            </a:pPr>
            <a:r>
              <a:t>*   Emphasizing human-centric, soft skills.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9: Future Outlook &amp; Preparation**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**Future of Work: AI Integration**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Increasing AI adoption across sectors.</a:t>
            </a:r>
          </a:p>
          <a:p>
            <a:pPr>
              <a:defRPr sz="2000"/>
            </a:pPr>
            <a:r>
              <a:t>*   Hybrid human-AI work models emerging.</a:t>
            </a:r>
          </a:p>
          <a:p>
            <a:pPr>
              <a:defRPr sz="2000"/>
            </a:pPr>
            <a:r>
              <a:t>*   Organizations must embrace flexibility.</a:t>
            </a:r>
          </a:p>
          <a:p>
            <a:pPr>
              <a:defRPr sz="2000"/>
            </a:pPr>
            <a:r>
              <a:t>*   Strategic planning for AI integration is crucial.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10: Key Takeaways**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**Key Takeaways on AI**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AI transforms work, boosts efficiency.</a:t>
            </a:r>
          </a:p>
          <a:p>
            <a:pPr>
              <a:defRPr sz="2000"/>
            </a:pPr>
            <a:r>
              <a:t>*   Jobs evolve, demanding new skills.</a:t>
            </a:r>
          </a:p>
          <a:p>
            <a:pPr>
              <a:defRPr sz="2000"/>
            </a:pPr>
            <a:r>
              <a:t>*   Ethical deployment is paramount.</a:t>
            </a:r>
          </a:p>
          <a:p>
            <a:pPr>
              <a:defRPr sz="2000"/>
            </a:pPr>
            <a:r>
              <a:t>*   Adaptation and learning are vital.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