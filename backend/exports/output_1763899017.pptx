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Here is a professional PowerPoint outline on "Future of Artificial Intelligence in Education":</a:t>
            </a:r>
          </a:p>
          <a:p>
            <a:pPr/>
            <a:r>
              <a:t>• ---</a:t>
            </a:r>
          </a:p>
          <a:p>
            <a:pPr/>
            <a:r>
              <a:t>• **Slide 1: Title Slide**</a:t>
            </a:r>
          </a:p>
          <a:p>
            <a:pPr/>
            <a:r>
              <a:t>• **Future of Artificial Intelligence in Education**</a:t>
            </a:r>
          </a:p>
          <a:p>
            <a:pPr/>
            <a:r>
              <a:t>• *   AI reshapes learning paradigms.</a:t>
            </a:r>
          </a:p>
          <a:p>
            <a:pPr/>
            <a:r>
              <a:t>• *   Personalized experiences enhance outcomes.</a:t>
            </a:r>
          </a:p>
          <a:p>
            <a:pPr/>
            <a:r>
              <a:t>• *   Preparing learners for tomorrow.</a:t>
            </a:r>
          </a:p>
          <a:p>
            <a:pPr/>
            <a:r>
              <a:t>• **Slide 2: Current Landscape &amp; Key Applications**</a:t>
            </a:r>
          </a:p>
          <a:p>
            <a:pPr/>
            <a:r>
              <a:t>• *   Customized learning experiences.</a:t>
            </a:r>
          </a:p>
          <a:p>
            <a:pPr/>
            <a:r>
              <a:t>• *   AI tutors offer instant support.</a:t>
            </a:r>
          </a:p>
          <a:p>
            <a:pPr/>
            <a:r>
              <a:t>• *   Automated grading saves time.</a:t>
            </a:r>
          </a:p>
          <a:p>
            <a:pPr/>
            <a:r>
              <a:t>• *   Data insights for better teaching.</a:t>
            </a:r>
          </a:p>
          <a:p>
            <a:pPr/>
            <a:r>
              <a:t>• *   Adaptive content delivery.</a:t>
            </a:r>
          </a:p>
          <a:p>
            <a:pPr/>
            <a:r>
              <a:t>• **Slide 3: Challenges &amp; Ethical Considerations**</a:t>
            </a:r>
          </a:p>
          <a:p>
            <a:pPr/>
            <a:r>
              <a:t>• *   Data privacy and security.</a:t>
            </a:r>
          </a:p>
          <a:p>
            <a:pPr/>
            <a:r>
              <a:t>• *   Mitigating algorithmic bias.</a:t>
            </a:r>
          </a:p>
          <a:p>
            <a:pPr/>
            <a:r>
              <a:t>• *   Teacher upskilling is crucial.</a:t>
            </a:r>
          </a:p>
          <a:p>
            <a:pPr/>
            <a:r>
              <a:t>• *   Bridging the digital divide.</a:t>
            </a:r>
          </a:p>
          <a:p>
            <a:pPr/>
            <a:r>
              <a:t>• *   Ethical AI development.</a:t>
            </a:r>
          </a:p>
          <a:p>
            <a:pPr/>
            <a:r>
              <a:t>• **Slide 4: Emerging Trends &amp; Future Outlook**</a:t>
            </a:r>
          </a:p>
          <a:p>
            <a:pPr/>
            <a:r>
              <a:t>• *   Generative AI for content.</a:t>
            </a:r>
          </a:p>
          <a:p>
            <a:pPr/>
            <a:r>
              <a:t>• *   AI-powered research tools.</a:t>
            </a:r>
          </a:p>
          <a:p>
            <a:pPr/>
            <a:r>
              <a:t>• *   VR/AR enhanced learning.</a:t>
            </a:r>
          </a:p>
          <a:p>
            <a:pPr/>
            <a:r>
              <a:t>• *   AI supports lifelong learning.</a:t>
            </a:r>
          </a:p>
          <a:p>
            <a:pPr/>
            <a:r>
              <a:t>• *   Human-AI collaborative models.</a:t>
            </a:r>
          </a:p>
          <a:p>
            <a:pPr/>
            <a:r>
              <a:t>• **Slide 5: Conclusion**</a:t>
            </a:r>
          </a:p>
          <a:p>
            <a:pPr/>
            <a:r>
              <a:t>• *   AI offers transformative potential.</a:t>
            </a:r>
          </a:p>
          <a:p>
            <a:pPr/>
            <a:r>
              <a:t>• *   Ethical integration is paramount.</a:t>
            </a:r>
          </a:p>
          <a:p>
            <a:pPr/>
            <a:r>
              <a:t>• *   Shaping education's exciting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