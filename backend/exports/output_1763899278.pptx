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Here is a professional PowerPoint outline on "Future of Artificial Intelligence in Education":</a:t>
            </a:r>
          </a:p>
          <a:p>
            <a:pPr/>
            <a:r>
              <a:t>•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Title:** The Future of Artificial Intelligence in Education</a:t>
            </a:r>
          </a:p>
          <a:p>
            <a:pPr/>
            <a:r>
              <a:t>• AI: Transforming Learning Landscapes</a:t>
            </a:r>
          </a:p>
          <a:p>
            <a:pPr/>
            <a:r>
              <a:t>• Opportunities for students and educators</a:t>
            </a:r>
          </a:p>
          <a:p>
            <a:pPr/>
            <a:r>
              <a:t>• Navigating innovation responsibly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Personalized Learning Pathways**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Adaptive content and curriculum delivery</a:t>
            </a:r>
          </a:p>
          <a:p>
            <a:pPr/>
            <a:r>
              <a:t>• Tailored feedback and support systems</a:t>
            </a:r>
          </a:p>
          <a:p>
            <a:pPr/>
            <a:r>
              <a:t>• Individualized pace and learning styles</a:t>
            </a:r>
          </a:p>
          <a:p>
            <a:pPr/>
            <a:r>
              <a:t>• Enhanced student engagement and motivation</a:t>
            </a:r>
          </a:p>
          <a:p>
            <a:pPr/>
            <a:r>
              <a:t>• Predictive analytics for student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Empowering Educators and Administration**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grading and assessment tools</a:t>
            </a:r>
          </a:p>
          <a:p>
            <a:pPr/>
            <a:r>
              <a:t>• Data-driven insights for instructional design</a:t>
            </a:r>
          </a:p>
          <a:p>
            <a:pPr/>
            <a:r>
              <a:t>• Curriculum development and resource curation</a:t>
            </a:r>
          </a:p>
          <a:p>
            <a:pPr/>
            <a:r>
              <a:t>• Streamlined administrative tasks and reporting</a:t>
            </a:r>
          </a:p>
          <a:p>
            <a:pPr/>
            <a:r>
              <a:t>• Reduced teacher workload, more direct teaching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Ethical Considerations**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privacy and security concerns</a:t>
            </a:r>
          </a:p>
          <a:p>
            <a:pPr/>
            <a:r>
              <a:t>• Algorithmic bias and fairness issues</a:t>
            </a:r>
          </a:p>
          <a:p>
            <a:pPr/>
            <a:r>
              <a:t>• Addressing the digital divide and access</a:t>
            </a:r>
          </a:p>
          <a:p>
            <a:pPr/>
            <a:r>
              <a:t>• Maintaining human interaction and empathy</a:t>
            </a:r>
          </a:p>
          <a:p>
            <a:pPr/>
            <a:r>
              <a:t>• Ethical guidelines and policy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Outlook**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will fundamentally reshape education</a:t>
            </a:r>
          </a:p>
          <a:p>
            <a:pPr/>
            <a:r>
              <a:t>• Focus on human-centric AI integration</a:t>
            </a:r>
          </a:p>
          <a:p>
            <a:pPr/>
            <a:r>
              <a:t>• Continuous collaboration is essential</a:t>
            </a:r>
          </a:p>
          <a:p>
            <a:pPr/>
            <a:r>
              <a:t>• Preparing learners for an AI-driven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