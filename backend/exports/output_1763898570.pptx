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a professional PowerPoint outline on the "Impact of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1: Title Slide**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The AI Revolution: Impact on Modern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Exploring the transformative power of Artificial Intelligence (AI)</a:t>
            </a:r>
          </a:p>
          <a:p>
            <a:pPr>
              <a:defRPr sz="2000"/>
            </a:pPr>
            <a:r>
              <a:t>*   Understanding its implications for industries and job roles</a:t>
            </a:r>
          </a:p>
          <a:p>
            <a:pPr>
              <a:defRPr sz="2000"/>
            </a:pPr>
            <a:r>
              <a:t>*   Navigating both the opportunities and significant challenges</a:t>
            </a:r>
          </a:p>
          <a:p>
            <a:pPr>
              <a:defRPr sz="2000"/>
            </a:pPr>
            <a:r>
              <a:t>*   Preparing for the future of work in an AI-driven 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2: Introduction to AI in Work**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Defining AI's Role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AI encompasses machine learning, natural language processing, and intelligent automation.</a:t>
            </a:r>
          </a:p>
          <a:p>
            <a:pPr>
              <a:defRPr sz="2000"/>
            </a:pPr>
            <a:r>
              <a:t>*   Its application spans from data analytics to customer service bots and predictive maintenance.</a:t>
            </a:r>
          </a:p>
          <a:p>
            <a:pPr>
              <a:defRPr sz="2000"/>
            </a:pPr>
            <a:r>
              <a:t>*   Aims to augment human capabilities, automate routine tasks, and optimize processes.</a:t>
            </a:r>
          </a:p>
          <a:p>
            <a:pPr>
              <a:defRPr sz="2000"/>
            </a:pPr>
            <a:r>
              <a:t>*   AI is no longer futuristic; it's increasingly integrated into daily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3: Automation &amp; Efficiency Gains**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Boosting Productivity Through AI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AI automates repetitive, high-volume tasks (e.g., data entry, report generation, scheduling).</a:t>
            </a:r>
          </a:p>
          <a:p>
            <a:pPr>
              <a:defRPr sz="2000"/>
            </a:pPr>
            <a:r>
              <a:t>*   Frees human employees to focus on strategic, creative, and complex problem-solving.</a:t>
            </a:r>
          </a:p>
          <a:p>
            <a:pPr>
              <a:defRPr sz="2000"/>
            </a:pPr>
            <a:r>
              <a:t>*   Significantly improves operational efficiency, speed, and accuracy across departments.</a:t>
            </a:r>
          </a:p>
          <a:p>
            <a:pPr>
              <a:defRPr sz="2000"/>
            </a:pPr>
            <a:r>
              <a:t>*   Reduces operational costs and increases overall output for businesses.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4: Job Transformation, Not Just Loss**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Shifting Job 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AI will displace certain routine, predictable jobs, but simultaneously create new roles.</a:t>
            </a:r>
          </a:p>
          <a:p>
            <a:pPr>
              <a:defRPr sz="2000"/>
            </a:pPr>
            <a:r>
              <a:t>*   Existing jobs will evolve, requiring humans to collaborate effectively with AI systems.</a:t>
            </a:r>
          </a:p>
          <a:p>
            <a:pPr>
              <a:defRPr sz="2000"/>
            </a:pPr>
            <a:r>
              <a:t>*   Focus shifts from task execution to AI supervision, maintenance, and ethical oversight.</a:t>
            </a:r>
          </a:p>
          <a:p>
            <a:pPr>
              <a:defRPr sz="2000"/>
            </a:pPr>
            <a:r>
              <a:t>*   The "human-in-the-loop" model becomes critical for optimal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5: Enhanced Decision-Making**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AI-Powered Insights for Strategic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AI analyzes vast datasets faster than humans, identifying complex patterns and trends.</a:t>
            </a:r>
          </a:p>
          <a:p>
            <a:pPr>
              <a:defRPr sz="2000"/>
            </a:pPr>
            <a:r>
              <a:t>*   Provides predictive analytics for market shifts, customer behavior, and risk assessment.</a:t>
            </a:r>
          </a:p>
          <a:p>
            <a:pPr>
              <a:defRPr sz="2000"/>
            </a:pPr>
            <a:r>
              <a:t>*   Supports strategic planning, resource allocation, and personalized experiences.</a:t>
            </a:r>
          </a:p>
          <a:p>
            <a:pPr>
              <a:defRPr sz="2000"/>
            </a:pPr>
            <a:r>
              <a:t>*   Empowers leaders with data-driven insights, reducing guesswork and improving outcomes.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6: Challenges &amp; Ethical Considerations**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Navigating AI's Risks &amp; Ethical Dilemmas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Concerns about significant job displacement and the need for comprehensive reskilling initiatives.</a:t>
            </a:r>
          </a:p>
          <a:p>
            <a:pPr>
              <a:defRPr sz="2000"/>
            </a:pPr>
            <a:r>
              <a:t>*   Ethical issues: algorithmic bias, data privacy, and transparency in AI decision-making.</a:t>
            </a:r>
          </a:p>
          <a:p>
            <a:pPr>
              <a:defRPr sz="2000"/>
            </a:pPr>
            <a:r>
              <a:t>*   Security risks associated with AI systems, data breaches, and potential misuse.</a:t>
            </a:r>
          </a:p>
          <a:p>
            <a:pPr>
              <a:defRPr sz="2000"/>
            </a:pPr>
            <a:r>
              <a:t>*   The imperative for robust regulatory frameworks and corporate responsibility.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7: The Imperative for Reskilling**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Developing Future-Ready Workforce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Employees must acquire AI literacy, data interpretation, and human-AI collaboration skills.</a:t>
            </a:r>
          </a:p>
          <a:p>
            <a:pPr>
              <a:defRPr sz="2000"/>
            </a:pPr>
            <a:r>
              <a:t>*   Soft skills like critical thinking, creativity, emotional intelligence, and adaptability gain importance.</a:t>
            </a:r>
          </a:p>
          <a:p>
            <a:pPr>
              <a:defRPr sz="2000"/>
            </a:pPr>
            <a:r>
              <a:t>*   Organizations must invest heavily in continuous learning programs and talent development.</a:t>
            </a:r>
          </a:p>
          <a:p>
            <a:pPr>
              <a:defRPr sz="2000"/>
            </a:pPr>
            <a:r>
              <a:t>*   Lifelong learning becomes essential for career sustainability and growth in an AI landscape.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8: Emergence of New Job Roles**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AI as a Creator of New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Emergence of specialized roles: AI trainers, data scientists, AI ethicists, prompt engineers.</a:t>
            </a:r>
          </a:p>
          <a:p>
            <a:pPr>
              <a:defRPr sz="2000"/>
            </a:pPr>
            <a:r>
              <a:t>*   Increased demand for professionals in AI development, integration, and maintenance.</a:t>
            </a:r>
          </a:p>
          <a:p>
            <a:pPr>
              <a:defRPr sz="2000"/>
            </a:pPr>
            <a:r>
              <a:t>*   Growth in creative, strategic, and human-centric fields less susceptible to automation.</a:t>
            </a:r>
          </a:p>
          <a:p>
            <a:pPr>
              <a:defRPr sz="2000"/>
            </a:pPr>
            <a:r>
              <a:t>*   AI drives innovation, fostering new industries and entirely new service offerings.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9: The Future Workplace Vision**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Envisioning the AI-Augmented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Workplaces become hybrid environments where humans and AI collaborate seamlessly.</a:t>
            </a:r>
          </a:p>
          <a:p>
            <a:pPr>
              <a:defRPr sz="2000"/>
            </a:pPr>
            <a:r>
              <a:t>*   Focus shifts to innovation, creativity, and complex problem-solving enabled by AI tools.</a:t>
            </a:r>
          </a:p>
          <a:p>
            <a:pPr>
              <a:defRPr sz="2000"/>
            </a:pPr>
            <a:r>
              <a:t>*   Personalized work experiences, predictive HR, and intelligent automation become standard.</a:t>
            </a:r>
          </a:p>
          <a:p>
            <a:pPr>
              <a:defRPr sz="2000"/>
            </a:pPr>
            <a:r>
              <a:t>*   A more adaptive, data-driven, and potentially more fulfilling work environment for all.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 10: Conclusion &amp; Next Steps**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  **Title:** Embracing an AI-Driven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*   **Bullet Points:**</a:t>
            </a:r>
          </a:p>
          <a:p>
            <a:pPr>
              <a:defRPr sz="2000"/>
            </a:pPr>
            <a:r>
              <a:t>*   AI is not merely a tool but a fundamental shift in how modern workplaces operate.</a:t>
            </a:r>
          </a:p>
          <a:p>
            <a:pPr>
              <a:defRPr sz="2000"/>
            </a:pPr>
            <a:r>
              <a:t>*   Proactive adaptation, continuous learning, and ethical governance are paramount.</a:t>
            </a:r>
          </a:p>
          <a:p>
            <a:pPr>
              <a:defRPr sz="2000"/>
            </a:pPr>
            <a:r>
              <a:t>*   Organizations must strategically integrate AI while prioritizing human welfare and development.</a:t>
            </a:r>
          </a:p>
          <a:p>
            <a:pPr>
              <a:defRPr sz="2000"/>
            </a:pPr>
            <a:r>
              <a:t>*   Let's foster a collaborative future where AI enhances human potential and societal progress.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