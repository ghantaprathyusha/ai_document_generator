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Here is a professional PowerPoint outline on the "Future of Artificial Intelligence in Education":</a:t>
            </a:r>
          </a:p>
          <a:p>
            <a:pPr/>
            <a:r>
              <a:t>• **Slide 1: Title Slide**</a:t>
            </a:r>
          </a:p>
          <a:p>
            <a:pPr/>
            <a:r>
              <a:t>• *   **Title:** The Future of Artificial Intelligence in Education</a:t>
            </a:r>
          </a:p>
          <a:p>
            <a:pPr/>
            <a:r>
              <a:t>• *   AI transforming learning environments.</a:t>
            </a:r>
          </a:p>
          <a:p>
            <a:pPr/>
            <a:r>
              <a:t>• *   Exploring key trends and impacts.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   Opportunities and challenges ahead.</a:t>
            </a:r>
          </a:p>
          <a:p>
            <a:pPr/>
            <a:r>
              <a:t>• **Slide 2: Current Landscape &amp; Emerging Trends**</a:t>
            </a:r>
          </a:p>
          <a:p>
            <a:pPr/>
            <a:r>
              <a:t>• *   Personalized learning paths.</a:t>
            </a:r>
          </a:p>
          <a:p>
            <a:pPr/>
            <a:r>
              <a:t>• *   Automated grading and feedback.</a:t>
            </a:r>
          </a:p>
          <a:p>
            <a:pPr/>
            <a:r>
              <a:t>• *   Intelligent tutoring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   Data-driven insights for educators.</a:t>
            </a:r>
          </a:p>
          <a:p>
            <a:pPr/>
            <a:r>
              <a:t>• **Slide 3: Benefits &amp; Opportunities**</a:t>
            </a:r>
          </a:p>
          <a:p>
            <a:pPr/>
            <a:r>
              <a:t>• *   Enhanced student engagement.</a:t>
            </a:r>
          </a:p>
          <a:p>
            <a:pPr/>
            <a:r>
              <a:t>• *   Improved accessibility for all learners.</a:t>
            </a:r>
          </a:p>
          <a:p>
            <a:pPr/>
            <a:r>
              <a:t>• *   Efficient resource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   Fosters critical thinking skills.</a:t>
            </a:r>
          </a:p>
          <a:p>
            <a:pPr/>
            <a:r>
              <a:t>• **Slide 4: Challenges &amp; Ethical Considerations**</a:t>
            </a:r>
          </a:p>
          <a:p>
            <a:pPr/>
            <a:r>
              <a:t>• *   Data privacy and security risks.</a:t>
            </a:r>
          </a:p>
          <a:p>
            <a:pPr/>
            <a:r>
              <a:t>• *   Addressing the digital divide.</a:t>
            </a:r>
          </a:p>
          <a:p>
            <a:pPr/>
            <a:r>
              <a:t>• *   Potential for algorithmic bias.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   Teacher training and adaptation needs.</a:t>
            </a:r>
          </a:p>
          <a:p>
            <a:pPr/>
            <a:r>
              <a:t>• **Slide 5: Conclusion**</a:t>
            </a:r>
          </a:p>
          <a:p>
            <a:pPr/>
            <a:r>
              <a:t>• *   AI is a powerful educational tool.</a:t>
            </a:r>
          </a:p>
          <a:p>
            <a:pPr/>
            <a:r>
              <a:t>• *   Requires thoughtful integration and strategy.</a:t>
            </a:r>
          </a:p>
          <a:p>
            <a:pPr/>
            <a:r>
              <a:t>• *   Shaping a smarter, more equitable learning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