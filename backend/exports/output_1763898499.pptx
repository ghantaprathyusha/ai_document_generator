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 is a professional PowerPoint outline on the "Impact of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1: Title Slide**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Impact of Artificial Intelligence on Modern 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Understanding the Transformative Power of AI</a:t>
            </a:r>
          </a:p>
          <a:p>
            <a:pPr>
              <a:defRPr sz="2000"/>
            </a:pPr>
            <a:r>
              <a:t>*   Opportunities, Challenges, and Future Outlook</a:t>
            </a:r>
          </a:p>
          <a:p>
            <a:pPr>
              <a:defRPr sz="2000"/>
            </a:pPr>
            <a:r>
              <a:t>*   [Your Name/Organization]</a:t>
            </a:r>
          </a:p>
          <a:p>
            <a:pPr>
              <a:defRPr sz="2000"/>
            </a:pPr>
            <a:r>
              <a:t>*   [Date]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2: Introduction to AI in Workplaces**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What is AI and Why it Matters to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**Defining AI:** Systems that simulate human intelligence to perform tasks and make decisions.</a:t>
            </a:r>
          </a:p>
          <a:p>
            <a:pPr>
              <a:defRPr sz="2000"/>
            </a:pPr>
            <a:r>
              <a:t>*   **Evolution of AI:** From basic automation to sophisticated machine learning and deep learning applications.</a:t>
            </a:r>
          </a:p>
          <a:p>
            <a:pPr>
              <a:defRPr sz="2000"/>
            </a:pPr>
            <a:r>
              <a:t>*   **Current Relevance:** AI is no longer futuristic; it's actively reshaping industries and job functions today.</a:t>
            </a:r>
          </a:p>
          <a:p>
            <a:pPr>
              <a:defRPr sz="2000"/>
            </a:pPr>
            <a:r>
              <a:t>*   **Overarching Impact:** Increasing efficiency, driving innovation, and redefining human-computer interaction.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3: Automation of Routine Tasks**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AI-Driven Automation: Reshaping Job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**Task Efficiency:** AI excels at automating repetitive, data-intensive, and rule-based tasks (e.g., data entry, report generation).</a:t>
            </a:r>
          </a:p>
          <a:p>
            <a:pPr>
              <a:defRPr sz="2000"/>
            </a:pPr>
            <a:r>
              <a:t>*   **Examples:** Robotic Process Automation (RPA), AI chatbots for customer service, automated email sorting.</a:t>
            </a:r>
          </a:p>
          <a:p>
            <a:pPr>
              <a:defRPr sz="2000"/>
            </a:pPr>
            <a:r>
              <a:t>*   **Worker Reallocation:** Frees human employees from mundane work, allowing focus on higher-value activities.</a:t>
            </a:r>
          </a:p>
          <a:p>
            <a:pPr>
              <a:defRPr sz="2000"/>
            </a:pPr>
            <a:r>
              <a:t>*   **Productivity Gains:** Significant reduction in operational costs and improvement in task completion speed.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4: Enhanced Decision Making and Analytics**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Smarter Decisions: AI's Role in Business Inte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**Data Analysis:** AI algorithms can process vast datasets quickly, identifying patterns and insights invisible to humans.</a:t>
            </a:r>
          </a:p>
          <a:p>
            <a:pPr>
              <a:defRPr sz="2000"/>
            </a:pPr>
            <a:r>
              <a:t>*   **Predictive Analytics:** Forecasting trends, predicting customer behavior, and anticipating market shifts with greater accuracy.</a:t>
            </a:r>
          </a:p>
          <a:p>
            <a:pPr>
              <a:defRPr sz="2000"/>
            </a:pPr>
            <a:r>
              <a:t>*   **Personalized Insights:** Delivering tailored recommendations for marketing, sales, and internal operations.</a:t>
            </a:r>
          </a:p>
          <a:p>
            <a:pPr>
              <a:defRPr sz="2000"/>
            </a:pPr>
            <a:r>
              <a:t>*   **Strategic Planning:** Empowering leaders with data-driven intelligence for more informed and strategic decision-making.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5: Creation of New Job Roles and Skill Sets**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Evolving Workforce: New Roles and Required 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**Emergence of New Jobs:** Roles like AI trainers, data scientists, machine learning engineers, and AI ethicists.</a:t>
            </a:r>
          </a:p>
          <a:p>
            <a:pPr>
              <a:defRPr sz="2000"/>
            </a:pPr>
            <a:r>
              <a:t>*   **Demand for Hybrid Skills:** Combining technical AI literacy with human-centric skills (creativity, critical thinking, emotional intelligence).</a:t>
            </a:r>
          </a:p>
          <a:p>
            <a:pPr>
              <a:defRPr sz="2000"/>
            </a:pPr>
            <a:r>
              <a:t>*   **Upskilling &amp; Reskilling Imperative:** Continuous learning becomes crucial for employees to adapt to evolving demands.</a:t>
            </a:r>
          </a:p>
          <a:p>
            <a:pPr>
              <a:defRPr sz="2000"/>
            </a:pPr>
            <a:r>
              <a:t>*   **Focus on Human Strengths:** Jobs requiring complex problem-solving, innovation, and interpersonal skills will gain prominence.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6: Challenges and Ethical Considerations**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Navigating the Challenges: Ethics and Job Dis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**Job Displacement Concerns:** Automation may lead to a reduction in certain types of jobs, necessitating workforce transition strategies.</a:t>
            </a:r>
          </a:p>
          <a:p>
            <a:pPr>
              <a:defRPr sz="2000"/>
            </a:pPr>
            <a:r>
              <a:t>*   **Ethical AI Development:** Addressing issues of bias in algorithms, fairness, accountability, and transparency in AI systems.</a:t>
            </a:r>
          </a:p>
          <a:p>
            <a:pPr>
              <a:defRPr sz="2000"/>
            </a:pPr>
            <a:r>
              <a:t>*   **Data Privacy &amp; Security:** Protecting sensitive information processed by AI and ensuring compliance with regulations.</a:t>
            </a:r>
          </a:p>
          <a:p>
            <a:pPr>
              <a:defRPr sz="2000"/>
            </a:pPr>
            <a:r>
              <a:t>*   **Digital Divide:** Ensuring equitable access to AI education and opportunities across all demographics.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7: Impact on Employee Productivity and Well-being**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Boosting Productivity and Employee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**Personalized Workflows:** AI tools can customize individual work experiences, optimizing task management and resource allocation.</a:t>
            </a:r>
          </a:p>
          <a:p>
            <a:pPr>
              <a:defRPr sz="2000"/>
            </a:pPr>
            <a:r>
              <a:t>*   **Reduced Burnout:** Automating tedious tasks lessens mental fatigue and allows employees to focus on more engaging work.</a:t>
            </a:r>
          </a:p>
          <a:p>
            <a:pPr>
              <a:defRPr sz="2000"/>
            </a:pPr>
            <a:r>
              <a:t>*   **Enhanced Collaboration:** AI-powered tools facilitate smoother communication, scheduling, and project management.</a:t>
            </a:r>
          </a:p>
          <a:p>
            <a:pPr>
              <a:defRPr sz="2000"/>
            </a:pPr>
            <a:r>
              <a:t>*   **Employee Development:** AI can deliver personalized training and development paths, fostering continuous growth.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8: Preparing the Workforce for the AI Era**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Strategies for Workforce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**Invest in Upskilling Programs:** Provide employees with training in AI literacy, data analysis, and digital tools.</a:t>
            </a:r>
          </a:p>
          <a:p>
            <a:pPr>
              <a:defRPr sz="2000"/>
            </a:pPr>
            <a:r>
              <a:t>*   **Foster a Culture of Lifelong Learning:** Encourage adaptability and continuous skill acquisition within the organization.</a:t>
            </a:r>
          </a:p>
          <a:p>
            <a:pPr>
              <a:defRPr sz="2000"/>
            </a:pPr>
            <a:r>
              <a:t>*   **Promote Human-AI Collaboration:** Design workflows where AI augments human capabilities, rather than replacing them.</a:t>
            </a:r>
          </a:p>
          <a:p>
            <a:pPr>
              <a:defRPr sz="2000"/>
            </a:pPr>
            <a:r>
              <a:t>*   **Strategic Workforce Planning:** Proactively identify future skill gaps and plan for necessary talent development or acquisition.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9: Future Outlook and Opportunities**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The Future is Now: Emerging Trends and Opport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**Hyper-Personalization:** AI will enable unprecedented levels of personalization in products, services, and employee experiences.</a:t>
            </a:r>
          </a:p>
          <a:p>
            <a:pPr>
              <a:defRPr sz="2000"/>
            </a:pPr>
            <a:r>
              <a:t>*   **Autonomous Systems:** Further integration of autonomous vehicles, robotics, and smart systems in various industries.</a:t>
            </a:r>
          </a:p>
          <a:p>
            <a:pPr>
              <a:defRPr sz="2000"/>
            </a:pPr>
            <a:r>
              <a:t>*   **AI as a Co-Worker:** AI becoming an integral part of teams, assisting with research, analysis, and creative ideation.</a:t>
            </a:r>
          </a:p>
          <a:p>
            <a:pPr>
              <a:defRPr sz="2000"/>
            </a:pPr>
            <a:r>
              <a:t>*   **New Market Creation:** AI will spawn entirely new industries and business models, driving economic growth.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10: Conclusion and Call to Action**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Embracing the AI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**AI is a Catalyst:** It's not just a tool, but a fundamental shift redefining how we work, learn, and innovate.</a:t>
            </a:r>
          </a:p>
          <a:p>
            <a:pPr>
              <a:defRPr sz="2000"/>
            </a:pPr>
            <a:r>
              <a:t>*   **Proactive Engagement:** Organizations and individuals must actively adapt, learn, and strategically integrate AI.</a:t>
            </a:r>
          </a:p>
          <a:p>
            <a:pPr>
              <a:defRPr sz="2000"/>
            </a:pPr>
            <a:r>
              <a:t>*   **Focus on Human Potential:** Leverage AI to amplify human capabilities, creativity, and problem-solving.</a:t>
            </a:r>
          </a:p>
          <a:p>
            <a:pPr>
              <a:defRPr sz="2000"/>
            </a:pPr>
            <a:r>
              <a:t>*   **Call to Action:** Invest in talent development, ethical AI practices, and fostering a collaborative human-AI future.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