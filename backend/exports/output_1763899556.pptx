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is a professional PowerPoint outline on the "Future of Artificial Intelligence in Education":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Artificial Intelligence in Education**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learning experiences.</a:t>
            </a:r>
          </a:p>
          <a:p>
            <a:pPr/>
            <a:r>
              <a:t>Enhancing teaching methodologies.</a:t>
            </a:r>
          </a:p>
          <a:p>
            <a:pPr/>
            <a:r>
              <a:t>Personalizing educational pathways.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AI Applications in Education**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learning paths.</a:t>
            </a:r>
          </a:p>
          <a:p>
            <a:pPr/>
            <a:r>
              <a:t>Automated grading and feedback.</a:t>
            </a:r>
          </a:p>
          <a:p>
            <a:pPr/>
            <a:r>
              <a:t>Intelligent tutoring systems.</a:t>
            </a:r>
          </a:p>
          <a:p>
            <a:pPr/>
            <a:r>
              <a:t>Data-driven insights for educators.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AI Innovations for Learning**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Adaptive curriculum design.</a:t>
            </a:r>
          </a:p>
          <a:p>
            <a:pPr/>
            <a:r>
              <a:t>Immersive VR/AR learning environments.</a:t>
            </a:r>
          </a:p>
          <a:p>
            <a:pPr/>
            <a:r>
              <a:t>AI-powered language translation.</a:t>
            </a:r>
          </a:p>
          <a:p>
            <a:pPr/>
            <a:r>
              <a:t>Predictive student performance analytics.</a:t>
            </a:r>
          </a:p>
          <a:p>
            <a:pPr/>
            <a:r>
              <a:t>Global access to quality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Ethical Considerations**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privacy and security concerns.</a:t>
            </a:r>
          </a:p>
          <a:p>
            <a:pPr/>
            <a:r>
              <a:t>Addressing algorithmic bias.</a:t>
            </a:r>
          </a:p>
          <a:p>
            <a:pPr/>
            <a:r>
              <a:t>Ensuring digital equity.</a:t>
            </a:r>
          </a:p>
          <a:p>
            <a:pPr/>
            <a:r>
              <a:t>Redefining teacher roles.</a:t>
            </a:r>
          </a:p>
          <a:p>
            <a:pPr/>
            <a:r>
              <a:t>Ethical AI development frameworks.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Shaping the Future**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will fundamentally redefine education.</a:t>
            </a:r>
          </a:p>
          <a:p>
            <a:pPr/>
            <a:r>
              <a:t>Prioritize human-AI synergy for best outcomes.</a:t>
            </a:r>
          </a:p>
          <a:p>
            <a:pPr/>
            <a:r>
              <a:t>Strategic planning is crucial for equitable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